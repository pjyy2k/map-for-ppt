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for PPT. Natural Earth world boundaries. Korean detailed boundaries: Statistics Korea SGIS (https://sgis.kostat.go.kr), KOGL Type 1; modified by vuski/admdongkor (https://github.com/vuski/admdongkor), CC BY 4.0. Version 2025-01-01. Further simplified by Map for PPT.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 for PPT</dc:title>
  <dc:subject>Editable presentation map</dc:subject>
  <dc:creator>JinYoungPark</dc:creator>
  <cp:lastModifiedBy>JinYoungPark</cp:lastModifiedBy>
  <cp:revision>1</cp:revision>
  <dcterms:created xsi:type="dcterms:W3CDTF">2026-10-19T10:41:00Z</dcterms:created>
  <dcterms:modified xsi:type="dcterms:W3CDTF">2026-10-19T10:41:00Z</dcterms:modified>
</cp:coreProperties>
</file>